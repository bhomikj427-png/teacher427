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60" r:id="rId5"/>
    <p:sldId id="261" r:id="rId6"/>
    <p:sldId id="262" r:id="rId7"/>
    <p:sldId id="266" r:id="rId8"/>
    <p:sldId id="263" r:id="rId9"/>
    <p:sldId id="265" r:id="rId10"/>
    <p:sldId id="268" r:id="rId11"/>
    <p:sldId id="264" r:id="rId12"/>
    <p:sldId id="269" r:id="rId13"/>
    <p:sldId id="267" r:id="rId14"/>
    <p:sldId id="270" r:id="rId15"/>
    <p:sldId id="271" r:id="rId16"/>
    <p:sldId id="272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115EE0-4A1D-5A96-B077-F22C8871A7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613F4D-5C6E-2B68-6339-643679A18C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594462-75B1-44C8-A601-DF603758CB8A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67C39-55F4-B5B9-391F-98FD2A71FB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BEAC3-B027-8CF8-DE4F-6C4361F096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A82EF6-3896-4524-A506-FAC6A6699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13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1A3DE-9003-4A22-9DD6-37AD7365FE9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E6586-99FC-472A-99D6-89BE5F94D3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143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FFC9-793B-3F13-0589-31890013B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10201-7E1C-0763-328F-291E5BFA3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AF629-04B6-BE85-B720-46BC5DB85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6676-6B8D-41AE-9731-411042636E71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0CF84-DFC5-688A-73CB-7EAADAA77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4EA29-C8CB-7E59-52B6-7BB1C1EB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1CBB-BAB9-4807-BFB8-A8A25F8F198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C15F42-153B-BFEF-2901-D3DE189C85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1" y="48903"/>
            <a:ext cx="2570197" cy="6077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2F20779-1BC0-EA17-B06D-1A5BD036E955}"/>
              </a:ext>
            </a:extLst>
          </p:cNvPr>
          <p:cNvSpPr/>
          <p:nvPr userDrawn="1"/>
        </p:nvSpPr>
        <p:spPr>
          <a:xfrm>
            <a:off x="0" y="694350"/>
            <a:ext cx="12192000" cy="92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1136D55-3842-562F-06E3-29751D88BC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0" b="20162"/>
          <a:stretch/>
        </p:blipFill>
        <p:spPr>
          <a:xfrm>
            <a:off x="10460904" y="11237"/>
            <a:ext cx="1167013" cy="6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3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402E9-9286-41DF-C6BA-03C18A4020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08574-D638-4A51-8811-3E76E4CBC5C7}" type="datetime1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C99A3-E133-AAFF-8948-D877DD35C6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Course 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333E6-C173-5370-E96C-1CD870002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B1CBB-BAB9-4807-BFB8-A8A25F8F198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C26D48-8915-A9C4-BB4B-172B453DEA09}"/>
              </a:ext>
            </a:extLst>
          </p:cNvPr>
          <p:cNvSpPr/>
          <p:nvPr userDrawn="1"/>
        </p:nvSpPr>
        <p:spPr>
          <a:xfrm>
            <a:off x="0" y="694350"/>
            <a:ext cx="12192000" cy="920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FA9CA5-0602-AD5E-8743-4CDC059C75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1" y="48903"/>
            <a:ext cx="2570197" cy="607782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B7FAD6B-7286-3118-AB2F-BDAF899BB3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40" b="20162"/>
          <a:stretch/>
        </p:blipFill>
        <p:spPr>
          <a:xfrm>
            <a:off x="10460904" y="11237"/>
            <a:ext cx="1167013" cy="69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C5179-AFAE-55D7-9C5D-3D067DE17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904" y="846486"/>
            <a:ext cx="7220712" cy="1507427"/>
          </a:xfrm>
        </p:spPr>
        <p:txBody>
          <a:bodyPr/>
          <a:lstStyle/>
          <a:p>
            <a:r>
              <a:rPr lang="en-US" dirty="0"/>
              <a:t>An overview of </a:t>
            </a:r>
            <a:r>
              <a:rPr lang="en-US" b="1" dirty="0"/>
              <a:t>C++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C72A2-0F97-A244-EE58-6754ED64D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2257870"/>
            <a:ext cx="6464808" cy="902050"/>
          </a:xfrm>
        </p:spPr>
        <p:txBody>
          <a:bodyPr/>
          <a:lstStyle/>
          <a:p>
            <a:r>
              <a:rPr lang="en-US" dirty="0"/>
              <a:t>Course Name – Data Structure and Algorithms</a:t>
            </a:r>
          </a:p>
          <a:p>
            <a:r>
              <a:rPr lang="en-US" dirty="0"/>
              <a:t>Course Code: ECE/VDT 2104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E20A3C-E753-3E3A-B943-583E6A177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223" y="1600200"/>
            <a:ext cx="3454578" cy="46928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FBE55C-1636-6E7A-69F8-E875E8F94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681" y="3294351"/>
            <a:ext cx="3588111" cy="241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67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81348F2-8DC8-C3A3-045F-AABD66CDA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868680"/>
            <a:ext cx="11713464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544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4FE9BC-8BB7-2C12-C8B7-81B07F0AD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0" y="795528"/>
            <a:ext cx="11462468" cy="597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984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BEB40-0621-DB2D-4840-CD9D8B70A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2F9073-CAAE-B7EF-5489-43F4F371F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94" y="841249"/>
            <a:ext cx="11812046" cy="580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915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6C685-1E3A-745E-7F56-FBD058DE1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66B242-B26E-AF30-DFBE-853118CE7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58" y="868680"/>
            <a:ext cx="11899565" cy="579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944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EE838-5033-E21A-45B5-5E96B131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BAA4A3-473F-A273-28CC-50A775084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713232"/>
            <a:ext cx="11923775" cy="594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950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26A5E-7793-BFB9-E4D9-84201A12F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E1B01B-A08E-F7C8-8985-11811B022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768096"/>
            <a:ext cx="11704320" cy="596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041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738E6-FF04-2FBC-96C1-2B93257C6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91DFE4-ECA3-0053-7C1F-55073DAC3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877824"/>
            <a:ext cx="11695175" cy="58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178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A4F7D-825D-0769-AD26-13C3B549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29B608-3DEA-B697-5A5A-57C605483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04672"/>
            <a:ext cx="12192001" cy="605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714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301E4-6289-AC44-AFE9-1F163DA2C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C45E88-DFB4-D458-8323-05B0987B6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65" y="877824"/>
            <a:ext cx="11878463" cy="583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519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622DC-ECB1-7CD3-E212-1CCDBF5F8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2BCECF-8389-CB97-ED10-59C46F8EF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46" y="878070"/>
            <a:ext cx="11905958" cy="569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300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31CED-B907-BDF1-57BC-1C410595D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8CD8ED-A5BA-E691-1779-D51D85647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12" y="841248"/>
            <a:ext cx="11866935" cy="578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756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406A3-4F53-31BB-ED53-D2697BE96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DBE7B5-EC0F-48E3-5F0C-E29BE5984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8" y="795528"/>
            <a:ext cx="11980023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477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D10CB-C7F3-52E8-41F4-E1E8BCA90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8AE5B7-975C-7153-E3DC-09E548D3E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" y="820338"/>
            <a:ext cx="11996928" cy="591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044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DEEEB-CDB6-C263-EEB0-ED2812C60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A7D746-84F9-288B-CA5B-B4FB5D1F3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2" y="786384"/>
            <a:ext cx="11981381" cy="599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317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7CB1E-E7C6-36E3-08E2-3345BD5E3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85FA2D-6678-F308-6489-CDE399556F88}"/>
              </a:ext>
            </a:extLst>
          </p:cNvPr>
          <p:cNvSpPr txBox="1"/>
          <p:nvPr/>
        </p:nvSpPr>
        <p:spPr>
          <a:xfrm>
            <a:off x="1572768" y="1655064"/>
            <a:ext cx="64190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OUTSIDE THE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CLASS ROOMS (2 Hrs)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Revise Concept of C++ Programming </a:t>
            </a:r>
          </a:p>
          <a:p>
            <a:pPr marL="342900" indent="-342900"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Cpp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to print “Introduction to C++”</a:t>
            </a:r>
          </a:p>
          <a:p>
            <a:pPr marL="342900" indent="-342900"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CPP Program to print a table of 5</a:t>
            </a:r>
          </a:p>
          <a:p>
            <a:pPr marL="342900" indent="-342900"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CPP program using conditional statements</a:t>
            </a:r>
          </a:p>
        </p:txBody>
      </p:sp>
    </p:spTree>
    <p:extLst>
      <p:ext uri="{BB962C8B-B14F-4D97-AF65-F5344CB8AC3E}">
        <p14:creationId xmlns:p14="http://schemas.microsoft.com/office/powerpoint/2010/main" val="4024823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6140-9750-FB24-5D8C-DE3AEA3C4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15" y="892098"/>
            <a:ext cx="4010722" cy="434897"/>
          </a:xfrm>
        </p:spPr>
        <p:txBody>
          <a:bodyPr/>
          <a:lstStyle/>
          <a:p>
            <a:pPr algn="l"/>
            <a:r>
              <a:rPr lang="en-IN" sz="2400" b="1" dirty="0">
                <a:solidFill>
                  <a:srgbClr val="C00000"/>
                </a:solidFill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C4A49E-4E08-D3BB-3B9C-7E412EE0C11C}"/>
              </a:ext>
            </a:extLst>
          </p:cNvPr>
          <p:cNvSpPr txBox="1"/>
          <p:nvPr/>
        </p:nvSpPr>
        <p:spPr>
          <a:xfrm>
            <a:off x="603504" y="1993393"/>
            <a:ext cx="9409176" cy="720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125"/>
              </a:spcBef>
              <a:buFont typeface="+mj-lt"/>
              <a:buAutoNum type="arabicPeriod"/>
              <a:tabLst>
                <a:tab pos="755015" algn="l"/>
              </a:tabLst>
            </a:pPr>
            <a:r>
              <a:rPr lang="en-US" sz="2000" spc="-20" dirty="0" err="1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Yashavant</a:t>
            </a:r>
            <a:r>
              <a:rPr lang="en-US" sz="2000" spc="-1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Kanetkar,</a:t>
            </a:r>
            <a:r>
              <a:rPr lang="en-US" sz="2000" spc="-10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Data</a:t>
            </a:r>
            <a:r>
              <a:rPr lang="en-US" sz="2000" i="1" spc="-10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Structures</a:t>
            </a:r>
            <a:r>
              <a:rPr lang="en-US" sz="2000" i="1" spc="-9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Through</a:t>
            </a:r>
            <a:r>
              <a:rPr lang="en-US" sz="2000" i="1" spc="-10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i="1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C++,</a:t>
            </a:r>
            <a:r>
              <a:rPr lang="en-US" sz="2000" i="1" spc="-8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BPB</a:t>
            </a:r>
            <a:r>
              <a:rPr lang="en-US" sz="2000" spc="-115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Publications,</a:t>
            </a:r>
            <a:r>
              <a:rPr lang="en-US" sz="2000" spc="-9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 </a:t>
            </a:r>
            <a:r>
              <a:rPr lang="en-US" sz="2000" spc="-20" dirty="0">
                <a:effectLst/>
                <a:latin typeface="Times New Roman" panose="02020603050405020304" pitchFamily="18" charset="0"/>
                <a:ea typeface="Tahoma" panose="020B0604030504040204" pitchFamily="34" charset="0"/>
              </a:rPr>
              <a:t>2023.</a:t>
            </a:r>
          </a:p>
          <a:p>
            <a:pPr marL="342900" lvl="0" indent="-342900" algn="just">
              <a:spcBef>
                <a:spcPts val="125"/>
              </a:spcBef>
              <a:buFont typeface="+mj-lt"/>
              <a:buAutoNum type="arabicPeriod"/>
              <a:tabLst>
                <a:tab pos="755015" algn="l"/>
              </a:tabLst>
            </a:pPr>
            <a:r>
              <a:rPr lang="en-US" sz="2000" spc="-20" dirty="0">
                <a:latin typeface="Times New Roman" panose="02020603050405020304" pitchFamily="18" charset="0"/>
                <a:ea typeface="Tahoma" panose="020B0604030504040204" pitchFamily="34" charset="0"/>
              </a:rPr>
              <a:t>AI Tool for making slides attractive</a:t>
            </a:r>
          </a:p>
        </p:txBody>
      </p:sp>
    </p:spTree>
    <p:extLst>
      <p:ext uri="{BB962C8B-B14F-4D97-AF65-F5344CB8AC3E}">
        <p14:creationId xmlns:p14="http://schemas.microsoft.com/office/powerpoint/2010/main" val="3134754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82</Words>
  <Application>Microsoft Office PowerPoint</Application>
  <PresentationFormat>Widescreen</PresentationFormat>
  <Paragraphs>12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Times New Roman</vt:lpstr>
      <vt:lpstr>Office Theme</vt:lpstr>
      <vt:lpstr>An overview of C++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Ashish Kumar [MU - Jaipur]</dc:creator>
  <cp:lastModifiedBy>Dr. Kamal Kishor Upadhyay [MU - Jaipur]</cp:lastModifiedBy>
  <cp:revision>7</cp:revision>
  <dcterms:created xsi:type="dcterms:W3CDTF">2025-10-01T15:47:58Z</dcterms:created>
  <dcterms:modified xsi:type="dcterms:W3CDTF">2026-08-03T12:19:19Z</dcterms:modified>
</cp:coreProperties>
</file>