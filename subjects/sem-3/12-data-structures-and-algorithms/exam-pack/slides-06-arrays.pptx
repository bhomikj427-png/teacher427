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3" r:id="rId4"/>
    <p:sldId id="264" r:id="rId5"/>
    <p:sldId id="267" r:id="rId6"/>
    <p:sldId id="268" r:id="rId7"/>
    <p:sldId id="265" r:id="rId8"/>
    <p:sldId id="269" r:id="rId9"/>
    <p:sldId id="270" r:id="rId10"/>
    <p:sldId id="271" r:id="rId11"/>
    <p:sldId id="272" r:id="rId12"/>
    <p:sldId id="274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91" autoAdjust="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5117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Representation and Basic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Data Structure and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ECE2104</a:t>
            </a: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E3CDF-C002-268F-6258-5806736C4422}"/>
              </a:ext>
            </a:extLst>
          </p:cNvPr>
          <p:cNvSpPr txBox="1"/>
          <p:nvPr/>
        </p:nvSpPr>
        <p:spPr>
          <a:xfrm>
            <a:off x="285750" y="944161"/>
            <a:ext cx="11811762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D251E"/>
                </a:solidFill>
                <a:latin typeface="Georgia"/>
              </a:defRPr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Linear Array?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Elements: Every item in the list must share the exact same data type (e.g., all integers or all characters).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Size: The number of seats (capacity) is allocated at the start and cannot dynamically grow during the ride.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Indexing: Each slot is numbered sequentially starting from 0 (index 0 to size-1), making lookups instant.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Seat Analogy: If you book 'Seat 4' in a bus with contiguous seats, the conductor knows exactly where you sit relative to Seat 0, without walking past Seats 1, 2, and 3.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38340A-0F46-410D-512B-AABD680F7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436" y="3807501"/>
            <a:ext cx="4867564" cy="305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3C6F-68C4-92AA-C9F7-42E23A88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9E66D3-6656-4750-EF54-4517DF55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960582"/>
            <a:ext cx="11896437" cy="569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F0A9-B3FA-1846-90DC-26C06E67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B4FC95-2380-3CBD-DCD8-C68A96DE97A5}"/>
              </a:ext>
            </a:extLst>
          </p:cNvPr>
          <p:cNvSpPr txBox="1"/>
          <p:nvPr/>
        </p:nvSpPr>
        <p:spPr>
          <a:xfrm>
            <a:off x="263236" y="739209"/>
            <a:ext cx="1166552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D251E"/>
                </a:solidFill>
                <a:latin typeface="Georgi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 hardware when you declare an array in C++?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requests a single, unbroken block of bytes from RAM. 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declare `int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[5];`, and an `int` occupies 4 bytes of storage, 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reserves exactly 20 bytes of consecutive physical memory cells. 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other application can borrow memory from inside this block, guaranteeing absolute locality of reference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72672A-A481-7C7F-30FA-AFCAD7FC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54" y="2521527"/>
            <a:ext cx="10201237" cy="30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2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A4EA-6A8F-8B5E-924C-3A044B59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42E2C-C70D-E635-602A-F0CF0322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29672"/>
            <a:ext cx="12192000" cy="61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5896-2407-83AD-DD2E-D0A7781F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550C66-1D79-041C-9700-29C4250CF219}"/>
              </a:ext>
            </a:extLst>
          </p:cNvPr>
          <p:cNvSpPr txBox="1"/>
          <p:nvPr/>
        </p:nvSpPr>
        <p:spPr>
          <a:xfrm>
            <a:off x="92364" y="883083"/>
            <a:ext cx="609600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D251E"/>
                </a:solidFill>
                <a:latin typeface="Georgi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Array Traversal?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Processing: Visiting every element of the array exactly once, starting from index 0 up to index size-1.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Attendance Metaphor: A school teacher boards a bus and walks down the row sequentially, checking each student's name from Seat 0 to Seat N. The teacher does not skip anyone or double-check anyone.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Jumping or Skipping: If a teacher needs to scan the bus, they must traverse the space linearly from front to back.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Boundary: Requires visiting exactly N elements, which represents an O(N) linear time complexity.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55682-DC73-0C6E-CBAD-6EC48174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873" y="1241978"/>
            <a:ext cx="5167701" cy="496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04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DAC0-93CF-6B8F-CC7C-1B5D83B7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BA7868-5CED-B711-8239-06989CA6D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" y="748147"/>
            <a:ext cx="5917733" cy="5920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A57D3-02FD-DD7E-D9C9-1717C7647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92" y="822036"/>
            <a:ext cx="6213294" cy="603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3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5709-586E-56B9-D7C6-1C7154E9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F7094D-4787-404C-D5A1-47DB1CE2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091"/>
            <a:ext cx="12210472" cy="607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1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7B11-251F-635E-AF9A-AFD76BE5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C904C4-FA38-A118-365E-56360DB8BE65}"/>
              </a:ext>
            </a:extLst>
          </p:cNvPr>
          <p:cNvSpPr txBox="1"/>
          <p:nvPr/>
        </p:nvSpPr>
        <p:spPr>
          <a:xfrm>
            <a:off x="110835" y="803070"/>
            <a:ext cx="5985165" cy="428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D251E"/>
                </a:solidFill>
                <a:latin typeface="Georgia"/>
              </a:defRPr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Vacated Space Problem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array cannot host 'empty pockets' in the middle. Storage must be perfectly sequential and contiguous.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tightly packed row of vertical books on a shelf.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you pull out a book at index 2 (e.g., removing a yellow book), it leaves an unsightly void or gap in the collection.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restore structural integrity, you must slide all subsequent books (to the right of the gap) leftwards to fill the void. This preserves continuous alignment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29C01-BC52-DED1-0B4C-ED30078BF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68" y="803070"/>
            <a:ext cx="5881332" cy="56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FDAA-8B86-341F-1DB9-93A3F88F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885E80-20EB-70F3-915A-41EA747B7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726"/>
            <a:ext cx="7698041" cy="6165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2E8AE-CC4F-4FA8-52F2-79465D2E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82" y="692727"/>
            <a:ext cx="5643418" cy="61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B599-FBE4-8D68-A512-796ADEDC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9EE70-B56D-375F-B05C-CAC6749E3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88" y="737419"/>
            <a:ext cx="12216388" cy="612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46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C12A-A63F-6B08-B25B-29071800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16177-3B4C-145F-4765-6F4FC3A6A0A4}"/>
              </a:ext>
            </a:extLst>
          </p:cNvPr>
          <p:cNvSpPr txBox="1"/>
          <p:nvPr/>
        </p:nvSpPr>
        <p:spPr>
          <a:xfrm>
            <a:off x="2816352" y="1783080"/>
            <a:ext cx="6582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ACTIVITITY BEYOND CLASS ROOM (3 Hrs)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185A0-D7EC-3C68-0F30-4DDEBC0FEA91}"/>
              </a:ext>
            </a:extLst>
          </p:cNvPr>
          <p:cNvSpPr txBox="1"/>
          <p:nvPr/>
        </p:nvSpPr>
        <p:spPr>
          <a:xfrm>
            <a:off x="310896" y="2967335"/>
            <a:ext cx="115397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find the sum and average of the elements of an array.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find the largest and smallest element in an array</a:t>
            </a:r>
            <a:r>
              <a:rPr lang="en-IN" b="1" dirty="0"/>
              <a:t>.</a:t>
            </a:r>
            <a:endParaRPr lang="en-IN" dirty="0"/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sort the elements of an array in ascending order.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sort the elements of an array in descending order.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rotate the elements of an array one position to the left.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algorithm for inserting an element at a given position in an array.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algorithm to reverse the elements of an array.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formula used to calculate the address of an array element.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time complexity of accessing an element in an array? Why?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contiguous memory allocation? Why are arrays stored in contiguous memory?</a:t>
            </a:r>
          </a:p>
        </p:txBody>
      </p:sp>
    </p:spTree>
    <p:extLst>
      <p:ext uri="{BB962C8B-B14F-4D97-AF65-F5344CB8AC3E}">
        <p14:creationId xmlns:p14="http://schemas.microsoft.com/office/powerpoint/2010/main" val="2199669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5" y="892098"/>
            <a:ext cx="4010722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75F88-0939-4DBF-F404-F8CAE945A960}"/>
              </a:ext>
            </a:extLst>
          </p:cNvPr>
          <p:cNvSpPr txBox="1"/>
          <p:nvPr/>
        </p:nvSpPr>
        <p:spPr>
          <a:xfrm>
            <a:off x="603504" y="1993393"/>
            <a:ext cx="9409176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Yashavant</a:t>
            </a:r>
            <a:r>
              <a:rPr lang="en-US" sz="2000" spc="-1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Kanetkar,</a:t>
            </a:r>
            <a:r>
              <a:rPr lang="en-US" sz="2000" spc="-10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Data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Structures</a:t>
            </a:r>
            <a:r>
              <a:rPr lang="en-US" sz="2000" i="1" spc="-9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Through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C++,</a:t>
            </a:r>
            <a:r>
              <a:rPr lang="en-US" sz="2000" i="1" spc="-8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BPB</a:t>
            </a:r>
            <a:r>
              <a:rPr lang="en-US" sz="2000" spc="-11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Publications,</a:t>
            </a:r>
            <a:r>
              <a:rPr lang="en-US" sz="2000" spc="-9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2023.</a:t>
            </a: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AI Tool for making slides attractive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595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Times New Roman</vt:lpstr>
      <vt:lpstr>Wingdings</vt:lpstr>
      <vt:lpstr>Office Theme</vt:lpstr>
      <vt:lpstr>Arrays Memory Representation and Basic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Kamal Kishor Upadhyay [MU - Jaipur]</cp:lastModifiedBy>
  <cp:revision>13</cp:revision>
  <dcterms:created xsi:type="dcterms:W3CDTF">2025-10-01T15:47:58Z</dcterms:created>
  <dcterms:modified xsi:type="dcterms:W3CDTF">2026-08-07T01:42:00Z</dcterms:modified>
</cp:coreProperties>
</file>