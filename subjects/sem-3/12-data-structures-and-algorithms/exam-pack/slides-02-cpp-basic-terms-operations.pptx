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66" r:id="rId5"/>
    <p:sldId id="260" r:id="rId6"/>
    <p:sldId id="263" r:id="rId7"/>
    <p:sldId id="264" r:id="rId8"/>
    <p:sldId id="265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179-AFAE-55D7-9C5D-3D067DE1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5117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language, basic terms and operations.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C72A2-0F97-A244-EE58-6754ED64D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Data Structure and Algorithms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ECE2104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67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0DD7554-5439-020E-780C-0CE3ADE9BCC2}"/>
              </a:ext>
            </a:extLst>
          </p:cNvPr>
          <p:cNvSpPr txBox="1"/>
          <p:nvPr/>
        </p:nvSpPr>
        <p:spPr>
          <a:xfrm>
            <a:off x="448056" y="824514"/>
            <a:ext cx="119146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Georgia"/>
              </a:defRPr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C++ Paradigm: Object-Oriented &amp; High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DF7FA3-E404-B7DF-F6AD-ABA19837480F}"/>
              </a:ext>
            </a:extLst>
          </p:cNvPr>
          <p:cNvSpPr txBox="1"/>
          <p:nvPr/>
        </p:nvSpPr>
        <p:spPr>
          <a:xfrm>
            <a:off x="594360" y="1572768"/>
            <a:ext cx="493776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0E7490"/>
                </a:solidFill>
                <a:latin typeface="Arial"/>
              </a:defRPr>
            </a:pPr>
            <a:r>
              <a:rPr dirty="0"/>
              <a:t>Why C++ for Core Systems?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011E42-6E96-5AFF-BF29-67C415173F35}"/>
              </a:ext>
            </a:extLst>
          </p:cNvPr>
          <p:cNvSpPr txBox="1"/>
          <p:nvPr/>
        </p:nvSpPr>
        <p:spPr>
          <a:xfrm>
            <a:off x="548640" y="1880545"/>
            <a:ext cx="4937760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Performance: C++ provides thin abstractions over hardware, delivering raw execution speed crucial for high-end database backends, game engines, and scientific computing.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Control: Allows direct access to system memory via pointers, placing full power over resource lifespan directly in the developer's hands.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Paradigm: Supports robust modular structures and code reuse via classes, inheritance, and generic templates.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26F1F6-2510-2AF0-4D5A-54C05BE7C793}"/>
              </a:ext>
            </a:extLst>
          </p:cNvPr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1D4ED8"/>
                </a:solidFill>
                <a:latin typeface="Arial"/>
              </a:defRPr>
            </a:pPr>
            <a:r>
              <a:rPr dirty="0"/>
              <a:t>C++ Abstractions Over Standard 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2E08D3-81AA-8B27-628D-8B4EE8BF4058}"/>
              </a:ext>
            </a:extLst>
          </p:cNvPr>
          <p:cNvSpPr txBox="1"/>
          <p:nvPr/>
        </p:nvSpPr>
        <p:spPr>
          <a:xfrm>
            <a:off x="6675120" y="2560320"/>
            <a:ext cx="4572000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Memory Allocators: Replaces complex C-style memory allocations with native, type-safe constructors via the 'new' and 'delete' keyword system.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I/O Streams: Incorporates 'iostream' for highly structured terminal operations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instead of standard formatted prints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References: Introduces local aliases or reference variables (&amp;) which act as secure, non-null pointer replacements in function arguments.</a:t>
            </a:r>
          </a:p>
        </p:txBody>
      </p:sp>
    </p:spTree>
    <p:extLst>
      <p:ext uri="{BB962C8B-B14F-4D97-AF65-F5344CB8AC3E}">
        <p14:creationId xmlns:p14="http://schemas.microsoft.com/office/powerpoint/2010/main" val="108654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BEC97A-094A-964A-B695-846F0A183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" y="731520"/>
            <a:ext cx="12112954" cy="606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8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8E46-DCF5-3854-5929-485AB7D38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A3F6C0-B41D-38E4-3B21-7831BE684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" y="768096"/>
            <a:ext cx="12087992" cy="599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6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A446B-9C12-CC2B-C979-70F5EF86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765837-C41B-B6ED-E38F-A01FD53E5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4278"/>
            <a:ext cx="12192000" cy="603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40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3C6F-68C4-92AA-C9F7-42E23A88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AF2D2E-49EC-8C06-93C6-951C95253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8952"/>
            <a:ext cx="12192000" cy="596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F0A9-B3FA-1846-90DC-26C06E67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104505-2274-3228-92AA-2B09F46AF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528"/>
            <a:ext cx="12192000" cy="599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28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DAC0-93CF-6B8F-CC7C-1B5D83B7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173AFE-F55C-9153-3A6B-57C80D252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8" y="749808"/>
            <a:ext cx="12175732" cy="610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3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5" y="892098"/>
            <a:ext cx="4010722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75F88-0939-4DBF-F404-F8CAE945A960}"/>
              </a:ext>
            </a:extLst>
          </p:cNvPr>
          <p:cNvSpPr txBox="1"/>
          <p:nvPr/>
        </p:nvSpPr>
        <p:spPr>
          <a:xfrm>
            <a:off x="603504" y="1993393"/>
            <a:ext cx="9409176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Yashavant</a:t>
            </a:r>
            <a:r>
              <a:rPr lang="en-US" sz="2000" spc="-1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Kanetkar,</a:t>
            </a:r>
            <a:r>
              <a:rPr lang="en-US" sz="2000" spc="-10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Data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Structures</a:t>
            </a:r>
            <a:r>
              <a:rPr lang="en-US" sz="2000" i="1" spc="-9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Through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C++,</a:t>
            </a:r>
            <a:r>
              <a:rPr lang="en-US" sz="2000" i="1" spc="-8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BPB</a:t>
            </a:r>
            <a:r>
              <a:rPr lang="en-US" sz="2000" spc="-11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Publications,</a:t>
            </a:r>
            <a:r>
              <a:rPr lang="en-US" sz="2000" spc="-9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2023.</a:t>
            </a:r>
          </a:p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>
                <a:latin typeface="Times New Roman" panose="02020603050405020304" pitchFamily="18" charset="0"/>
                <a:ea typeface="Tahoma" panose="020B0604030504040204" pitchFamily="34" charset="0"/>
              </a:rPr>
              <a:t>AI Tool for making slides attractive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207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Times New Roman</vt:lpstr>
      <vt:lpstr>Wingdings</vt:lpstr>
      <vt:lpstr>Office Theme</vt:lpstr>
      <vt:lpstr>Programming language, basic terms and operations.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Ashish Kumar [MU - Jaipur]</dc:creator>
  <cp:lastModifiedBy>Dr. Kamal Kishor Upadhyay [MU - Jaipur]</cp:lastModifiedBy>
  <cp:revision>7</cp:revision>
  <dcterms:created xsi:type="dcterms:W3CDTF">2025-10-01T15:47:58Z</dcterms:created>
  <dcterms:modified xsi:type="dcterms:W3CDTF">2026-08-03T11:47:58Z</dcterms:modified>
</cp:coreProperties>
</file>