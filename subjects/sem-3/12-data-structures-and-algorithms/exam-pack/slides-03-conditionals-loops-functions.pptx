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66" r:id="rId4"/>
    <p:sldId id="260" r:id="rId5"/>
    <p:sldId id="263" r:id="rId6"/>
    <p:sldId id="264" r:id="rId7"/>
    <p:sldId id="267" r:id="rId8"/>
    <p:sldId id="268" r:id="rId9"/>
    <p:sldId id="265" r:id="rId10"/>
    <p:sldId id="269" r:id="rId11"/>
    <p:sldId id="270" r:id="rId12"/>
    <p:sldId id="271" r:id="rId13"/>
    <p:sldId id="272" r:id="rId14"/>
    <p:sldId id="274" r:id="rId15"/>
    <p:sldId id="273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5117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 (IF, ELSE), LOOPS (FOR, WHILE, DO WHILE),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Data Structure and Algorithms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ECE2104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5999F9-48E3-64A8-C307-66473FD04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8097"/>
            <a:ext cx="1219200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8E46-DCF5-3854-5929-485AB7D3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981470-7552-7DCB-952C-F51B3224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7" y="795528"/>
            <a:ext cx="11918267" cy="593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6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446B-9C12-CC2B-C979-70F5EF86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BE6B56-1785-3FD0-8ACA-DBB7F1CA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3" y="832104"/>
            <a:ext cx="12131667" cy="596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4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3C6F-68C4-92AA-C9F7-42E23A88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BA2CFC-8852-29EF-60DA-6168D1C96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4" y="777240"/>
            <a:ext cx="11985101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F0A9-B3FA-1846-90DC-26C06E67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F7ED9B-086C-76C6-B50C-86DB4879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" y="786384"/>
            <a:ext cx="12183809" cy="60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2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A4EA-6A8F-8B5E-924C-3A044B59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85184-BBF4-D7CE-D073-A355B097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" y="804672"/>
            <a:ext cx="12182110" cy="595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21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5896-2407-83AD-DD2E-D0A7781F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62809D-8D80-EE7A-C008-F7419745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2" y="886968"/>
            <a:ext cx="12065392" cy="58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0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DAC0-93CF-6B8F-CC7C-1B5D83B7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9DD69B-A1EC-8524-69B8-699F5C012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4" y="795528"/>
            <a:ext cx="12016940" cy="596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3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5709-586E-56B9-D7C6-1C7154E9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963F66-FA7C-9ED0-14AF-648FF188E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392"/>
            <a:ext cx="12070080" cy="600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1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7B11-251F-635E-AF9A-AFD76BE5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B6CF6E-53CE-9F74-0BF9-098F4BF0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822960"/>
            <a:ext cx="12060936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FDAA-8B86-341F-1DB9-93A3F88F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97DEE-C85F-EA6A-1642-63B0691DE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8" y="841248"/>
            <a:ext cx="12146532" cy="595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B599-FBE4-8D68-A512-796ADEDC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199B0D-5F8B-4FA3-4F4D-5341629AF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731520"/>
            <a:ext cx="12100560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46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C12A-A63F-6B08-B25B-29071800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16177-3B4C-145F-4765-6F4FC3A6A0A4}"/>
              </a:ext>
            </a:extLst>
          </p:cNvPr>
          <p:cNvSpPr txBox="1"/>
          <p:nvPr/>
        </p:nvSpPr>
        <p:spPr>
          <a:xfrm>
            <a:off x="2816352" y="1783080"/>
            <a:ext cx="6582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ACTIVITITY BEYOND CLASS ROOM (3 Hrs)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185A0-D7EC-3C68-0F30-4DDEBC0FEA91}"/>
              </a:ext>
            </a:extLst>
          </p:cNvPr>
          <p:cNvSpPr txBox="1"/>
          <p:nvPr/>
        </p:nvSpPr>
        <p:spPr>
          <a:xfrm>
            <a:off x="310896" y="2967335"/>
            <a:ext cx="11539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swap two numbers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by value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Display the values before and after calling the function. Explain why the original values do not change.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find the square and cube of a number using a function with call by value.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find the maximum of two numbers using a function that accepts arguments by reference.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overload a function named area()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calculate:Area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squareArea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rectangleArea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circle.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check whether a given number is prime using a loop.</a:t>
            </a:r>
          </a:p>
          <a:p>
            <a:pPr marL="400050" indent="-400050">
              <a:buFont typeface="+mj-lt"/>
              <a:buAutoNum type="romanU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669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9632-FB5E-7774-99CC-15E3C6CA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FDF39A-509F-8344-EE0B-DDD71455190B}"/>
              </a:ext>
            </a:extLst>
          </p:cNvPr>
          <p:cNvSpPr txBox="1"/>
          <p:nvPr/>
        </p:nvSpPr>
        <p:spPr>
          <a:xfrm>
            <a:off x="2816352" y="1783080"/>
            <a:ext cx="5573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ACTIVITITY BEYOND CLASS ROOM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4F110B-8262-099C-E917-F084FA59F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392361"/>
              </p:ext>
            </p:extLst>
          </p:nvPr>
        </p:nvGraphicFramePr>
        <p:xfrm>
          <a:off x="1399032" y="2967335"/>
          <a:ext cx="7452360" cy="2560320"/>
        </p:xfrm>
        <a:graphic>
          <a:graphicData uri="http://schemas.openxmlformats.org/drawingml/2006/table">
            <a:tbl>
              <a:tblPr/>
              <a:tblGrid>
                <a:gridCol w="3726180">
                  <a:extLst>
                    <a:ext uri="{9D8B030D-6E8A-4147-A177-3AD203B41FA5}">
                      <a16:colId xmlns:a16="http://schemas.microsoft.com/office/drawing/2014/main" val="3807928121"/>
                    </a:ext>
                  </a:extLst>
                </a:gridCol>
                <a:gridCol w="3726180">
                  <a:extLst>
                    <a:ext uri="{9D8B030D-6E8A-4147-A177-3AD203B41FA5}">
                      <a16:colId xmlns:a16="http://schemas.microsoft.com/office/drawing/2014/main" val="1938946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30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316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80–89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481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70–79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99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60–69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44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50–59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303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8897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B9BA856-61E3-B70F-DF46-522FFAE6B105}"/>
              </a:ext>
            </a:extLst>
          </p:cNvPr>
          <p:cNvSpPr txBox="1"/>
          <p:nvPr/>
        </p:nvSpPr>
        <p:spPr>
          <a:xfrm>
            <a:off x="603504" y="2197903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input marks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subjects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calculate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display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following criteria:</a:t>
            </a:r>
          </a:p>
        </p:txBody>
      </p:sp>
    </p:spTree>
    <p:extLst>
      <p:ext uri="{BB962C8B-B14F-4D97-AF65-F5344CB8AC3E}">
        <p14:creationId xmlns:p14="http://schemas.microsoft.com/office/powerpoint/2010/main" val="398321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5" y="892098"/>
            <a:ext cx="4010722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75F88-0939-4DBF-F404-F8CAE945A960}"/>
              </a:ext>
            </a:extLst>
          </p:cNvPr>
          <p:cNvSpPr txBox="1"/>
          <p:nvPr/>
        </p:nvSpPr>
        <p:spPr>
          <a:xfrm>
            <a:off x="603504" y="1993393"/>
            <a:ext cx="9409176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Yashavant</a:t>
            </a:r>
            <a:r>
              <a:rPr lang="en-US" sz="2000" spc="-1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Kanetkar,</a:t>
            </a:r>
            <a:r>
              <a:rPr lang="en-US" sz="2000" spc="-10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Data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Structures</a:t>
            </a:r>
            <a:r>
              <a:rPr lang="en-US" sz="2000" i="1" spc="-9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Through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C++,</a:t>
            </a:r>
            <a:r>
              <a:rPr lang="en-US" sz="2000" i="1" spc="-8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BPB</a:t>
            </a:r>
            <a:r>
              <a:rPr lang="en-US" sz="2000" spc="-11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Publications,</a:t>
            </a:r>
            <a:r>
              <a:rPr lang="en-US" sz="2000" spc="-9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2023.</a:t>
            </a:r>
          </a:p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>
                <a:latin typeface="Times New Roman" panose="02020603050405020304" pitchFamily="18" charset="0"/>
                <a:ea typeface="Tahoma" panose="020B0604030504040204" pitchFamily="34" charset="0"/>
              </a:rPr>
              <a:t>AI Tool for making slides attractive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221</Words>
  <Application>Microsoft Office PowerPoint</Application>
  <PresentationFormat>Widescreen</PresentationFormat>
  <Paragraphs>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Times New Roman</vt:lpstr>
      <vt:lpstr>Office Theme</vt:lpstr>
      <vt:lpstr>Conditional Statement (IF, ELSE), LOOPS (FOR, WHILE, DO WHILE),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Kamal Kishor Upadhyay [MU - Jaipur]</cp:lastModifiedBy>
  <cp:revision>10</cp:revision>
  <dcterms:created xsi:type="dcterms:W3CDTF">2025-10-01T15:47:58Z</dcterms:created>
  <dcterms:modified xsi:type="dcterms:W3CDTF">2026-08-03T11:48:10Z</dcterms:modified>
</cp:coreProperties>
</file>