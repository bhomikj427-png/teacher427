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3" r:id="rId4"/>
    <p:sldId id="266" r:id="rId5"/>
    <p:sldId id="260" r:id="rId6"/>
    <p:sldId id="264" r:id="rId7"/>
    <p:sldId id="267" r:id="rId8"/>
    <p:sldId id="268" r:id="rId9"/>
    <p:sldId id="265" r:id="rId10"/>
    <p:sldId id="269" r:id="rId11"/>
    <p:sldId id="270" r:id="rId12"/>
    <p:sldId id="271" r:id="rId13"/>
    <p:sldId id="272" r:id="rId14"/>
    <p:sldId id="275" r:id="rId15"/>
    <p:sldId id="274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5117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Class, Objects, Constructor,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deconstructor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 Structure and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ECE2104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9921D1-DCCF-EF60-B503-05E92AD6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" y="740664"/>
            <a:ext cx="12156339" cy="592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3C6F-68C4-92AA-C9F7-42E23A88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3CEB21-E1E8-47CD-751D-F1995352F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702" y="768096"/>
            <a:ext cx="12239702" cy="59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8E46-DCF5-3854-5929-485AB7D3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0B922C-9C58-2231-7E1E-06D71A4A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8" y="758952"/>
            <a:ext cx="12150091" cy="609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6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446B-9C12-CC2B-C979-70F5EF8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0C31D3-AA0E-81EC-9EAF-04A0DF9D6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49" y="768096"/>
            <a:ext cx="12220749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4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F0A9-B3FA-1846-90DC-26C06E6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645B9D-1008-1A06-6620-99F517CCD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2" y="704089"/>
            <a:ext cx="12162738" cy="60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2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A4EA-6A8F-8B5E-924C-3A044B59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6702F2-B8EE-7896-CC3C-8AC08D8FF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252" y="758953"/>
            <a:ext cx="12375500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1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5896-2407-83AD-DD2E-D0A7781F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3BBEC8-41F3-C5AC-87BD-09C79213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056" y="777241"/>
            <a:ext cx="12296056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0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DAC0-93CF-6B8F-CC7C-1B5D83B7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ADD271-AFD5-F042-4EF5-56642332F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04" y="786384"/>
            <a:ext cx="12258904" cy="60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3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5709-586E-56B9-D7C6-1C7154E9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34CA4-3159-6549-988C-4BDD32D9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871" y="676656"/>
            <a:ext cx="12223871" cy="61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1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7B11-251F-635E-AF9A-AFD76BE5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9BBBB1-6636-512A-649E-B626D8213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560" y="667512"/>
            <a:ext cx="12333560" cy="619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FDAA-8B86-341F-1DB9-93A3F88F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CBCDF3-8C0D-FFD1-3743-2D7D54E0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02" y="749808"/>
            <a:ext cx="12141946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B599-FBE4-8D68-A512-796ADEDC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C7FB36-ADFF-73E9-9C3E-1751816D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" y="804673"/>
            <a:ext cx="12143402" cy="60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46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7F96-AFC6-093F-C9F9-916A4223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77224E-D6CB-9F63-EE53-547854071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" y="722376"/>
            <a:ext cx="12176692" cy="60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C12A-A63F-6B08-B25B-29071800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16177-3B4C-145F-4765-6F4FC3A6A0A4}"/>
              </a:ext>
            </a:extLst>
          </p:cNvPr>
          <p:cNvSpPr txBox="1"/>
          <p:nvPr/>
        </p:nvSpPr>
        <p:spPr>
          <a:xfrm>
            <a:off x="2816352" y="1783080"/>
            <a:ext cx="6582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ACTIVITITY BEYOND CLASS ROOM (3 Hrs)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185A0-D7EC-3C68-0F30-4DDEBC0FEA91}"/>
              </a:ext>
            </a:extLst>
          </p:cNvPr>
          <p:cNvSpPr txBox="1"/>
          <p:nvPr/>
        </p:nvSpPr>
        <p:spPr>
          <a:xfrm>
            <a:off x="310896" y="2967335"/>
            <a:ext cx="115397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class in C++?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object?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different from a class?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access specifiers used in C++?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default access specifier of a class?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private data members be accessed directly from main()? Why?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public, private, and protected access specifiers?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member functions generally declared as public?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 class have multiple objects? Explain with an example.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hiding? Which access specifier provides it?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encapsulation, and how is it implemented using classes and access specifiers?</a:t>
            </a:r>
          </a:p>
        </p:txBody>
      </p:sp>
    </p:spTree>
    <p:extLst>
      <p:ext uri="{BB962C8B-B14F-4D97-AF65-F5344CB8AC3E}">
        <p14:creationId xmlns:p14="http://schemas.microsoft.com/office/powerpoint/2010/main" val="219966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5F88-0939-4DBF-F404-F8CAE945A960}"/>
              </a:ext>
            </a:extLst>
          </p:cNvPr>
          <p:cNvSpPr txBox="1"/>
          <p:nvPr/>
        </p:nvSpPr>
        <p:spPr>
          <a:xfrm>
            <a:off x="603504" y="1993393"/>
            <a:ext cx="9409176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157</Words>
  <Application>Microsoft Office PowerPoint</Application>
  <PresentationFormat>Widescreen</PresentationFormat>
  <Paragraphs>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Times New Roman</vt:lpstr>
      <vt:lpstr>Office Theme</vt:lpstr>
      <vt:lpstr>Class, Objects, Constructor, deconstructor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10</cp:revision>
  <dcterms:created xsi:type="dcterms:W3CDTF">2025-10-01T15:47:58Z</dcterms:created>
  <dcterms:modified xsi:type="dcterms:W3CDTF">2026-08-03T11:48:23Z</dcterms:modified>
</cp:coreProperties>
</file>